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Analisi Sondaggio - Progetto BoToBin 3D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Risultati chiave da 25 risposte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👥 Profilo degli intervistati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- 80% ha tra i 23 e 27 anni</a:t>
            </a:r>
          </a:p>
          <a:p>
            <a:r>
              <a:t>- 16% ha 18-22 anni</a:t>
            </a:r>
          </a:p>
          <a:p>
            <a:r>
              <a:t>- 4% ha più di 28 anni</a:t>
            </a:r>
          </a:p>
          <a:p>
            <a:r>
              <a:t>- 32% sono studenti fuorisede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🧃 Consumo e gestione delle bottiglie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- 60% consuma raramente bevande in bottiglia</a:t>
            </a:r>
          </a:p>
          <a:p>
            <a:r>
              <a:t>- 64% ricicla nei contenitori appositi</a:t>
            </a:r>
          </a:p>
          <a:p>
            <a:r>
              <a:t>- 8% le butta nei cestini normali</a:t>
            </a:r>
          </a:p>
          <a:p>
            <a:r>
              <a:t>- 28% non nota problemi nella gestione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🚮 Punti di raccolta: percezione e utilizzo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- 56% trova sempre un cestino</a:t>
            </a:r>
          </a:p>
          <a:p>
            <a:r>
              <a:t>- 64% considera importanti i punti di raccolta (valutazione 4-5)</a:t>
            </a:r>
          </a:p>
          <a:p>
            <a:r>
              <a:t>- 80% li utilizzerebbe (sempre o occasionalmente)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📍 Dove posizionarli nel campus?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- 64%: Vicino agli ingressi</a:t>
            </a:r>
          </a:p>
          <a:p>
            <a:r>
              <a:t>- 52%: Aree ristoro</a:t>
            </a:r>
          </a:p>
          <a:p>
            <a:r>
              <a:t>- 44%: Cortili/spazi all’aperto</a:t>
            </a:r>
          </a:p>
          <a:p>
            <a:r>
              <a:t>- 36%: Biblioteche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🎁 Incentivi e motivazioni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- 64%: premi o sconti</a:t>
            </a:r>
          </a:p>
          <a:p>
            <a:r>
              <a:t>- 40%: impatto positivo</a:t>
            </a:r>
          </a:p>
          <a:p>
            <a:r>
              <a:t>- 24% lo farebbe comunque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📱 App e premi in 3D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- 80% interessati all’app con gettoni</a:t>
            </a:r>
          </a:p>
          <a:p>
            <a:r>
              <a:t>- 79% scambierebbe gettoni per oggetti stampati</a:t>
            </a:r>
          </a:p>
          <a:p>
            <a:r>
              <a:t>- Preferenze: gadget personalizzati, accessori per scrivania/casa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🧩 Funzionalità utili in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- 80%: mappa dei punti di raccolta</a:t>
            </a:r>
          </a:p>
          <a:p>
            <a:r>
              <a:t>- 56%: vetrina dei prodotti 3D</a:t>
            </a:r>
          </a:p>
          <a:p>
            <a:r>
              <a:t>- 52%: contatore bottiglie riciclate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📲 Tecnologia e suggerimenti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- 56% scansionerebbe un QR code (se veloce)</a:t>
            </a:r>
          </a:p>
          <a:p>
            <a:r>
              <a:t>- Suggerimenti: classifica per utenti, cestini smart per stampa oggetti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